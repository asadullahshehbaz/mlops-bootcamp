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CEA0-1FAD-0D14-1140-69909671D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25134-674A-3342-38EC-841BE265D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C0CC4-C33E-2D35-3C8E-D6444750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5AC76-EFE9-2173-992F-6192DFF7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6C14A-64E6-0699-2AC1-76C945D80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6700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BD5FE-8CA1-2542-DC88-7DF3088F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BF266-0DD9-8F3E-4B7C-BDD9E7A5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B7ECA-7731-A702-E930-81026CD02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5C313-E33F-9EF9-349F-BDA3E8EF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9D2D3-A9C3-C34B-6EC5-0EFC5E6AF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19343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532D-04A9-0634-6A1C-A8C3A04AD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BF2F2-5325-C431-85EE-9B62D1FE9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31DA2-AECF-9FA1-00CF-6E23D4B9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079A6-5AD2-8DC2-21A7-41CFD423C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F279A-F861-B06E-B286-E4D2D7CE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03802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2B636-7F3E-64FE-D8B1-7BB452C7A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B4E74-674E-51B0-AA2D-FB024924F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8967A-DF4B-7F05-87AB-43E229B7A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87DDB-F0EB-E859-886A-FB49DA3F8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6139A-177A-BD3D-EB0A-DA61ED58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51B74-635E-70E6-0F9E-38FC1EF1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380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717D-6E1A-69F2-E031-C84A05AAD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935EF-8087-CD24-718A-66558DFF5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65F90-B66E-1224-051C-DF706718F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40373A-6D20-500F-1098-668297330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77B0B-61C4-6478-4C4B-5BC9754EE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2781-2CF8-B3B4-DF72-1C3A8865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72658-99D4-5A61-97E7-F9D77BD4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56CC0-2E26-B61C-9087-A43EBBDE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1878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C227B-0126-32A7-F421-C5E27807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B6F092-7A06-BE40-8068-A1DB621E6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7EAF3-A157-7152-49A2-E749556B6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E85BA-C8BB-B4B6-9267-66607AFF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42064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65C7C8-D459-CF00-4212-CD1C809E6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FFE48-BA08-F0A0-C9E6-06E1EE6C7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F5C19-0734-A586-9098-2A105156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476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5D1A-C36A-79A0-E806-DADD66D9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EA0DB-B7E3-4E2B-88D2-946EF485B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C4DCC-6E21-E720-0DE2-DF8CDECAA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80202-F4D4-01AE-8BE1-8D58886A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851FF-9FFF-8F1C-EDFC-9A4084F9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E0C75-851A-C0CF-687D-344BFB9CE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7379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C4CCA-4115-99CF-0084-0BFF23AB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89B12-DE19-500A-7B28-8AABA5860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A2085-5D64-63C3-FE91-B35029EB1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863F4-8314-ABEE-763C-2333E1F9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C33CB-8B58-7A3E-31C6-4B7206620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5EECD-27A0-ED0C-619F-4BA1C5C6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558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86C9-6108-D7BE-66E6-B68D0CC7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78694-A8EF-DBDD-7566-C7EC2B3DA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D590A-5A6F-BB68-BEA7-36D4FF6D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A0D8E-8F80-638E-0B6D-F8432215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900C5-6856-1B88-E2D0-E1E02655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7533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A3CF6E-0EC8-0113-FBC3-0BF836E18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79B92-F6E9-87F4-B193-678345B4E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C24A4-22C2-D257-2799-84D64DB7A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32B8E-DE3F-2788-A6AC-1B54836A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1491A-A45E-84C7-6991-0F3899E0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3973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DBD2B-20D5-AD3E-CC06-C08F778B9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C1E97-38AE-4893-908F-EE3EB0679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47CF0-3DC6-4464-630E-9491C8F1B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196D3-F9DF-4A49-85BA-251B6D05CD0A}" type="datetimeFigureOut">
              <a:rPr lang="en-PK" smtClean="0"/>
              <a:t>28/07/2026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227F6-FB94-63F1-6F12-8F5FC0D3B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2F408-934B-0E9B-3537-92660CD5E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CC1A6-C7A0-4F82-9DA4-DDABC0EFC81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6672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969D-90E0-6F0D-B403-152DDCC0E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28E7B-A997-4EE5-3114-7CC6F3EDE8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ED6FD-0B75-69F2-B19A-D45A08C3E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440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3868-2E74-E097-87B3-8A2C247D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0A9BE-BC70-6738-A8B0-3520958B5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6F86A5-391A-823E-3BD6-909AE2504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5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0166-E9A5-9161-D112-9B5076B1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7A512-4EAF-C9CB-EE9F-83067E8C3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4DD14-CFB1-E15D-E6D7-BE3E8231F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64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72F79-EE50-403A-7246-A6AFFC6EA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34704-BCC2-59AA-79AA-02240C337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610EE-02AA-9636-CED9-466F97C1C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554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5FD2-E8DD-0FE3-DBFD-E4BDF99B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1CA4A-DA35-D96E-F568-67F961ACF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31A4B-1EA5-FFC4-7A2B-E7D844F2C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73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57B9E-491A-859B-5964-54B92E402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96271-D9FC-6DA6-EC39-11190B1DD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262A84-224D-3EA6-0D3C-7DEB49248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80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41A3-2211-836F-BA2F-0064F52A5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A8CA2-D01C-4ACA-886A-9CE72CA77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FEBF0-096C-5D2E-E2BE-06DF92BB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937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5353-4401-FE9E-8003-EE9634E3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5AE85-60E9-7906-5D25-8F905B3E4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BA3B8-240E-9886-9A4D-7AB8BE293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42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C386-6336-9B4F-2AE9-78083CEE8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A0156-440E-A7F7-E7F6-9B6343D0B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DC4B6-043B-F3E5-B11D-2F85918AF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19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81B1-5FB0-32EF-5999-90F50D27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07F67-81C4-0014-D823-1AAEDED2F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CE7A6-54D6-AB68-E571-FD8499EEF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96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B750-6B65-A9D2-87D8-85038005E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7D5FB-8313-A9FB-5B18-C00A31032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C7342F-E4ED-EF40-33F4-06825B6C8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75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3843-A0FD-4712-E37B-9112D903D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7C5D1-3D2B-8CB3-4A4B-D646BC78C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7BD97-DAB9-109D-5ED6-CA8E105AD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504" y="-17252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14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Asadullah Shehbaz</dc:creator>
  <cp:lastModifiedBy>Asadullah Shehbaz</cp:lastModifiedBy>
  <cp:revision>2</cp:revision>
  <dcterms:created xsi:type="dcterms:W3CDTF">2026-07-28T17:04:47Z</dcterms:created>
  <dcterms:modified xsi:type="dcterms:W3CDTF">2026-07-28T21:12:33Z</dcterms:modified>
</cp:coreProperties>
</file>