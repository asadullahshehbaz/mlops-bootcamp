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f6562f5b8b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f6562f5b8b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f6562f5b8b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f6562f5b8b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f6562f5b8b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f6562f5b8b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f6562f5b8b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f6562f5b8b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f6562f5b8b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f6562f5b8b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f6562f5b8b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f6562f5b8b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f6562f5b8b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f6562f5b8b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f6562f5b8b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f6562f5b8b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f6562f5b8b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f6562f5b8b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f6562f5b8b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f6562f5b8b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6562f5b8b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f6562f5b8b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f6562f5b8b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f6562f5b8b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f6562f5b8b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f6562f5b8b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515" y="0"/>
            <a:ext cx="908097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7" name="Google Shape;7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4" name="Google Shape;8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1" name="Google Shape;9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8" name="Google Shape;9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63025" y="3152900"/>
            <a:ext cx="3335276" cy="123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6" name="Google Shape;10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3" name="Google Shape;11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0" name="Google Shape;12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7" name="Google Shape;12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4" name="Google Shape;13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1" name="Google Shape;14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8134"/>
            <a:ext cx="9144000" cy="48869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